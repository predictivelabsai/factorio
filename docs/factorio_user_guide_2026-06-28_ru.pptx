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5D43"/>
                </a:solidFill>
              </a:rPr>
              <a:t>Factorio — Руководство пользователя</a:t>
            </a:r>
          </a:p>
          <a:p>
            <a:r>
              <a:rPr sz="2400">
                <a:solidFill>
                  <a:srgbClr val="415046"/>
                </a:solidFill>
              </a:rPr>
              <a:t>Факторинг счетов — от начала до конца</a:t>
            </a:r>
          </a:p>
          <a:p>
            <a:r>
              <a:rPr sz="1300">
                <a:solidFill>
                  <a:srgbClr val="415046"/>
                </a:solidFill>
              </a:rPr>
              <a:t>Сформировано 2026-06-28 · Доступно на factorio.co.uk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ОБЗОР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Что такое Factorio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Маркетплейс факторинга, соединяющий две стороны: продавцов, которым нужны деньги сейчас, и инвесторов, ищущих краткосрочный доход, обеспеченный активами.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Один сайт обслуживает обе стороны — маркетинговую витрину и приложение на HTMX.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Первый экран отражает модель: ставку аванса, срок финансирования, отрасли и общий объём финансирования (UZS).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Полностью трёхъязычный — английский, узбекский и русский — переключается в верхней навигации.</a:t>
            </a:r>
          </a:p>
        </p:txBody>
      </p:sp>
      <p:pic>
        <p:nvPicPr>
          <p:cNvPr id="6" name="Picture 5" descr="ru-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ДЛЯ ПРОДАВЦОВ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Превратите счета в оборотный капитал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Получите значительную часть суммы счёта авансом за несколько дней вместо ожидания оплаты 30–120 дней.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Путь продавца: подать счёт → проверка и присвоение рейтинга риска → получение аванса → расчёт после оплаты должником.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Это факторинг, а не кредит — без новой задолженности; финансирование растёт вместе с продажами.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Создано для производства, оптовой торговли, строительства, логистики и услуг.</a:t>
            </a:r>
          </a:p>
        </p:txBody>
      </p:sp>
      <p:pic>
        <p:nvPicPr>
          <p:cNvPr id="6" name="Picture 5" descr="ru-02-for-sel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ДЛЯ ИНВЕСТОРОВ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Краткосрочный доход, обеспеченный активами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Финансируйте проверенные счета и получайте доход за короткий срок — часто всего несколько недель.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Диверсификация по должникам, отраслям и рейтингам риска (A–D).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Доход привязан к реальной дебиторской задолженности, а не к рыночным спекуляциям.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Ведёт в инвесторское приложение — дашборд, маркетплейс и портфель.</a:t>
            </a:r>
          </a:p>
        </p:txBody>
      </p:sp>
      <p:pic>
        <p:nvPicPr>
          <p:cNvPr id="6" name="Picture 5" descr="ru-03-for-inves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КАК ЭТО РАБОТАЕТ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Четыре шага, от начала до конца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Подача — продавец загружает счёт и данные компании.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Проверка — Factorio проверяет должника и присваивает рейтинг риска и цену.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Финансирование — счёт появляется на маркетплейсе; инвесторы финансируют его до цели.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Расчёт — после оплаты должником распределяются основная сумма и проценты, позиция закрывается.</a:t>
            </a:r>
          </a:p>
        </p:txBody>
      </p:sp>
      <p:pic>
        <p:nvPicPr>
          <p:cNvPr id="6" name="Picture 5" descr="ru-04-how-it-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ТАРИФЫ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Прозрачные тарифы за каждый счёт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Тариф рассчитывается за каждый счёт — комиссия за 30 дней от суммы аванса, без скрытых платежей.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Показаны базовая ставка аванса и наглядный пример расчёта.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Без подписки и без обязательств при подаче счёта.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Понятная разбивка, чтобы обе стороны видели доход и стоимость.</a:t>
            </a:r>
          </a:p>
        </p:txBody>
      </p:sp>
      <p:pic>
        <p:nvPicPr>
          <p:cNvPr id="6" name="Picture 5" descr="ru-05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КОНТАКТЫ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Связаться с нами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Страница контактов для продавцов и инвесторов, чтобы связаться с командой Factorio.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Показаны контактный e-mail и простая форма обращения.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Точка входа для начала подключения.</a:t>
            </a:r>
          </a:p>
        </p:txBody>
      </p:sp>
      <p:pic>
        <p:nvPicPr>
          <p:cNvPr id="6" name="Picture 5" descr="ru-06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ДАШБОРД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Ваш персональный обзор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Главная /app приветствует текущего инвестора и показывает его KPI: стоимость портфеля, чистую годовую доходность, заработанное и ближайший расчёт.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Лента активности отражает уведомления — финансирования, расчёты и обновления.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Быстрые действия ведут в маркетплейс, портфель и выписку.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Общая статистика платформы вынесена во вторичную полосу.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Переключатель инвестора справа вверху позволяет смотреть приложение от лица любого инвестора (демо, без пароля).</a:t>
            </a:r>
          </a:p>
        </p:txBody>
      </p:sp>
      <p:pic>
        <p:nvPicPr>
          <p:cNvPr id="6" name="Picture 5" descr="ru-07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МАРКЕТПЛЕЙС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Просмотр счетов для финансирования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Каждый открытый счёт — это карточка: должник, отрасль, рейтинг риска, сумма и шкала прогресса финансирования.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 карточке видны ключевые показатели — ставка аванса, комиссия за 30 дней и ожидаемая доходность — а также срок удержания в днях.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Панель фильтров сужает выбор по отрасли, рейтингу риска, максимальному сроку и минимальной доходности.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Нажмите на карточку, чтобы открыть подробности счёта.</a:t>
            </a:r>
          </a:p>
        </p:txBody>
      </p:sp>
      <p:pic>
        <p:nvPicPr>
          <p:cNvPr id="6" name="Picture 5" descr="ru-08-market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ДЕТАЛИ СЧЁТА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Полная прозрачность перед инвестицией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 заголовке — должник, рейтинг риска, отрасль и номер счёта.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Панель финансирования: собрано против цели, ставка аванса, комиссия и ожидаемая доходность.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Блок профиля компании-должника: регистрационный номер, отрасль, страна и годовой оборот.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Всё необходимое для решения о финансировании на одном экране.</a:t>
            </a:r>
          </a:p>
        </p:txBody>
      </p:sp>
      <p:pic>
        <p:nvPicPr>
          <p:cNvPr id="6" name="Picture 5" descr="ru-09-marketplac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ПОРТФЕЛЬ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Аналитическая панель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Две главные панели: чистая годовая доходность (полученные проценты, списания, чистый доход) и стоимость счёта (активные вложения, ожидаемое к получению, реализованное).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Таблица старения вложений распределяет активные позиции по сроку до / после погашения.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Таблица платёжной дисциплины показывает, как фактически платили по закрытым счетам — раньше, в срок, с опозданием или списание.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Таблица позиций перечисляет каждую инвестицию с реализованным доходом, датой расчёта, рейтингом и статусом.</a:t>
            </a:r>
          </a:p>
        </p:txBody>
      </p:sp>
      <p:pic>
        <p:nvPicPr>
          <p:cNvPr id="6" name="Picture 5" descr="ru-10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ВЫПИСКА ПО СЧЁТУ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Каждая операция, с фильтрами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Единый реестр движения средств: вложения (−) и поступления по расчётам (+).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Фильтрация по периоду, типу, контрагенту, номеру счёта и минимальной сумме.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Суммы со знаком в UZS, новые сверху.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Экспорт в CSV в один клик для учёта и сверки.</a:t>
            </a:r>
          </a:p>
        </p:txBody>
      </p:sp>
      <p:pic>
        <p:nvPicPr>
          <p:cNvPr id="6" name="Picture 5" descr="ru-11-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АВТО-ИНВЕСТИРОВАНИЕ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Задайте правила — инвестируйте автоматически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Настройте автоматические заявки: минимальный рейтинг риска, максимальную сумму на счёт и предпочитаемые отрасли.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Включайте и выключайте стратегию; статус показан сверху.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Правила сохраняются для каждого инвестора и применяются к подходящим новым счетам.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Создано по образцу автобиддера investly.co.</a:t>
            </a:r>
          </a:p>
        </p:txBody>
      </p:sp>
      <p:pic>
        <p:nvPicPr>
          <p:cNvPr id="6" name="Picture 5" descr="ru-12-auto-inv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НАЧАЛО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Начните с Factorio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Продавцам — подайте счёт и получите предложение за 1–3 рабочих дня.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Инвесторам — изучайте маркетплейс, формируйте портфель, автоматизируйте через авто-инвестирование.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Доступно на factorio.co.uk · hello@factorio.io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